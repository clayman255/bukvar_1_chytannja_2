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63" r:id="rId3"/>
    <p:sldId id="264" r:id="rId4"/>
    <p:sldId id="265" r:id="rId5"/>
    <p:sldId id="267" r:id="rId6"/>
    <p:sldId id="266" r:id="rId7"/>
    <p:sldId id="268" r:id="rId8"/>
    <p:sldId id="269" r:id="rId9"/>
    <p:sldId id="256" r:id="rId10"/>
    <p:sldId id="257" r:id="rId11"/>
    <p:sldId id="271" r:id="rId12"/>
    <p:sldId id="270" r:id="rId13"/>
    <p:sldId id="258" r:id="rId14"/>
    <p:sldId id="272" r:id="rId15"/>
    <p:sldId id="273" r:id="rId16"/>
    <p:sldId id="261" r:id="rId17"/>
    <p:sldId id="275" r:id="rId18"/>
    <p:sldId id="274" r:id="rId19"/>
  </p:sldIdLst>
  <p:sldSz cx="12192000" cy="6858000"/>
  <p:notesSz cx="6858000" cy="9144000"/>
  <p:defaultTextStyle>
    <a:defPPr>
      <a:defRPr lang="uk-U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30" d="100"/>
          <a:sy n="30" d="100"/>
        </p:scale>
        <p:origin x="2274" y="9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189ACF6-56E2-4AB1-9372-C7BFA33EB1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9CFC153C-853F-4BC7-B57B-C11E1CB4E6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uk-UA"/>
              <a:t>Клацніть, щоб редагувати стиль зразка підзаголовка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B1E3CEB3-8C96-40DE-98B8-A786D00341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29B87-42E4-4F78-9FCA-E7F80B6F4087}" type="datetimeFigureOut">
              <a:rPr lang="uk-UA" smtClean="0"/>
              <a:t>20.02.2026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77ECA1C6-EF97-4BD3-A5D5-4AA86E1F81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855E64FA-0A0B-4925-A868-CB554D4A2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C08E4-67DE-4933-B6EA-C5646EF2D6E2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5496913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Назва та вмі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D767F97-8672-41DF-8CE7-140DABD97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CA6453A4-C116-4C1A-8846-2E9190B91A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29305DAB-1CCC-493B-A155-FE77759C56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29B87-42E4-4F78-9FCA-E7F80B6F4087}" type="datetimeFigureOut">
              <a:rPr lang="uk-UA" smtClean="0"/>
              <a:t>20.02.2026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40DA5613-C4BB-4258-A1F9-2D66FF53AD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E609CEBD-9BF4-4518-8771-B6FD8B2EA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C08E4-67DE-4933-B6EA-C5646EF2D6E2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3545517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Назва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D31B0DD-DA0F-4860-84A6-1410F2CAC2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E1C14B92-0BBB-45F9-BA70-D76B9CCEAC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6DD68ACF-1ADC-44C4-9D96-9A11E79303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29B87-42E4-4F78-9FCA-E7F80B6F4087}" type="datetimeFigureOut">
              <a:rPr lang="uk-UA" smtClean="0"/>
              <a:t>20.02.2026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4D59A254-8802-4F35-B471-A15728DEB6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7A574E96-8A69-4F09-B63E-7FA065D3B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C08E4-67DE-4933-B6EA-C5646EF2D6E2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9372159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31D3A8-41A6-43F6-A835-77506FB9CF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E42EF1F7-A93F-44F0-A7AB-9E7EE0E9F9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C26CBD71-ADED-4B5D-97EE-D3CA34A17F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75C70591-796A-466B-9D21-48677EEF83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29B87-42E4-4F78-9FCA-E7F80B6F4087}" type="datetimeFigureOut">
              <a:rPr lang="uk-UA" smtClean="0"/>
              <a:t>20.02.2026</a:t>
            </a:fld>
            <a:endParaRPr lang="uk-UA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5E6FC5C1-0C2B-4AA9-85F7-7431A8CB9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67A96ED5-5162-4087-8088-B3362FFD8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C08E4-67DE-4933-B6EA-C5646EF2D6E2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4039934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F63AA17-0BA1-4746-8388-1B797610E3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E5EC732E-A532-428A-B0ED-3159EE26C8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68905B73-FE0C-42B9-B073-B6AE6C6F82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5" name="Місце для тексту 4">
            <a:extLst>
              <a:ext uri="{FF2B5EF4-FFF2-40B4-BE49-F238E27FC236}">
                <a16:creationId xmlns:a16="http://schemas.microsoft.com/office/drawing/2014/main" id="{4DE485C1-A937-4761-B87B-C54E1C50BF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6" name="Місце для вмісту 5">
            <a:extLst>
              <a:ext uri="{FF2B5EF4-FFF2-40B4-BE49-F238E27FC236}">
                <a16:creationId xmlns:a16="http://schemas.microsoft.com/office/drawing/2014/main" id="{0D07E254-3F00-4F56-8529-8D1FA84EDE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7" name="Місце для дати 6">
            <a:extLst>
              <a:ext uri="{FF2B5EF4-FFF2-40B4-BE49-F238E27FC236}">
                <a16:creationId xmlns:a16="http://schemas.microsoft.com/office/drawing/2014/main" id="{CD11FF54-8656-4BB3-AB24-ECD39DAC4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29B87-42E4-4F78-9FCA-E7F80B6F4087}" type="datetimeFigureOut">
              <a:rPr lang="uk-UA" smtClean="0"/>
              <a:t>20.02.2026</a:t>
            </a:fld>
            <a:endParaRPr lang="uk-UA"/>
          </a:p>
        </p:txBody>
      </p:sp>
      <p:sp>
        <p:nvSpPr>
          <p:cNvPr id="8" name="Місце для нижнього колонтитула 7">
            <a:extLst>
              <a:ext uri="{FF2B5EF4-FFF2-40B4-BE49-F238E27FC236}">
                <a16:creationId xmlns:a16="http://schemas.microsoft.com/office/drawing/2014/main" id="{C3E04D6A-CD26-4C3C-8F7B-7B7099E616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9" name="Місце для номера слайда 8">
            <a:extLst>
              <a:ext uri="{FF2B5EF4-FFF2-40B4-BE49-F238E27FC236}">
                <a16:creationId xmlns:a16="http://schemas.microsoft.com/office/drawing/2014/main" id="{CAA799F4-AB0B-402D-BFE6-F78C7088F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C08E4-67DE-4933-B6EA-C5646EF2D6E2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7867868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A50FFA-B578-47EB-8780-33B0A57F08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дати 2">
            <a:extLst>
              <a:ext uri="{FF2B5EF4-FFF2-40B4-BE49-F238E27FC236}">
                <a16:creationId xmlns:a16="http://schemas.microsoft.com/office/drawing/2014/main" id="{ECB1CF1C-7A19-478A-9255-907477A7A7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29B87-42E4-4F78-9FCA-E7F80B6F4087}" type="datetimeFigureOut">
              <a:rPr lang="uk-UA" smtClean="0"/>
              <a:t>20.02.2026</a:t>
            </a:fld>
            <a:endParaRPr lang="uk-UA"/>
          </a:p>
        </p:txBody>
      </p:sp>
      <p:sp>
        <p:nvSpPr>
          <p:cNvPr id="4" name="Місце для нижнього колонтитула 3">
            <a:extLst>
              <a:ext uri="{FF2B5EF4-FFF2-40B4-BE49-F238E27FC236}">
                <a16:creationId xmlns:a16="http://schemas.microsoft.com/office/drawing/2014/main" id="{90368940-0668-4165-BD36-6740A6AD07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Місце для номера слайда 4">
            <a:extLst>
              <a:ext uri="{FF2B5EF4-FFF2-40B4-BE49-F238E27FC236}">
                <a16:creationId xmlns:a16="http://schemas.microsoft.com/office/drawing/2014/main" id="{1D4C05F9-1AED-4DA9-9422-8E1956C04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C08E4-67DE-4933-B6EA-C5646EF2D6E2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8628152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дати 1">
            <a:extLst>
              <a:ext uri="{FF2B5EF4-FFF2-40B4-BE49-F238E27FC236}">
                <a16:creationId xmlns:a16="http://schemas.microsoft.com/office/drawing/2014/main" id="{8267C4DF-EF5D-405B-8712-F6AE50C090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29B87-42E4-4F78-9FCA-E7F80B6F4087}" type="datetimeFigureOut">
              <a:rPr lang="uk-UA" smtClean="0"/>
              <a:t>20.02.2026</a:t>
            </a:fld>
            <a:endParaRPr lang="uk-UA"/>
          </a:p>
        </p:txBody>
      </p:sp>
      <p:sp>
        <p:nvSpPr>
          <p:cNvPr id="3" name="Місце для нижнього колонтитула 2">
            <a:extLst>
              <a:ext uri="{FF2B5EF4-FFF2-40B4-BE49-F238E27FC236}">
                <a16:creationId xmlns:a16="http://schemas.microsoft.com/office/drawing/2014/main" id="{95890E5D-26F0-463F-A2CD-6FD9C38D7E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Місце для номера слайда 3">
            <a:extLst>
              <a:ext uri="{FF2B5EF4-FFF2-40B4-BE49-F238E27FC236}">
                <a16:creationId xmlns:a16="http://schemas.microsoft.com/office/drawing/2014/main" id="{6FEFF70D-AA67-4C63-AEF2-EBE84BFDAD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C08E4-67DE-4933-B6EA-C5646EF2D6E2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7514253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544CF6-E4A3-4A1A-A213-E912654180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60490DD8-F272-48AC-BC5E-3942B7E191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25E1C4E4-AA7E-4C17-B867-F794E128E9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1AEE3DCB-A8AC-429B-8D56-3373311C05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29B87-42E4-4F78-9FCA-E7F80B6F4087}" type="datetimeFigureOut">
              <a:rPr lang="uk-UA" smtClean="0"/>
              <a:t>20.02.2026</a:t>
            </a:fld>
            <a:endParaRPr lang="uk-UA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02D991BD-EBB6-4909-A549-CD5959B903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6EB1F7C8-E46C-470E-ABE6-54F55527D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C08E4-67DE-4933-B6EA-C5646EF2D6E2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4172995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2890E87-4B54-4CBE-A822-6F17827B0B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зображення 2">
            <a:extLst>
              <a:ext uri="{FF2B5EF4-FFF2-40B4-BE49-F238E27FC236}">
                <a16:creationId xmlns:a16="http://schemas.microsoft.com/office/drawing/2014/main" id="{AEECB1E0-0F6F-46C9-A62B-BCDE1F78EF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uk-UA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B748A274-41B5-4BDE-ACD6-22BD152147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F3636DD6-3BB0-4AE2-ADCE-E845584E35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29B87-42E4-4F78-9FCA-E7F80B6F4087}" type="datetimeFigureOut">
              <a:rPr lang="uk-UA" smtClean="0"/>
              <a:t>20.02.2026</a:t>
            </a:fld>
            <a:endParaRPr lang="uk-UA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BD3443C3-DC41-427A-8F0C-054CD73E0F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C987E6F4-4219-4DCD-A2F2-A77089EA2C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C08E4-67DE-4933-B6EA-C5646EF2D6E2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392369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97361B-E2E1-41DD-8332-1456984C1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CE17829F-28C8-4DDF-9E09-2DB44FF047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30EF9D07-8FDE-4BFD-B4CD-7825DC394E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29B87-42E4-4F78-9FCA-E7F80B6F4087}" type="datetimeFigureOut">
              <a:rPr lang="uk-UA" smtClean="0"/>
              <a:t>20.02.2026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023CE480-4BCB-4379-BD07-4D8F9F9C9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130C9438-7DCC-4B43-85E9-0A3030FAC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C08E4-67DE-4933-B6EA-C5646EF2D6E2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8549459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ий заголовок 1">
            <a:extLst>
              <a:ext uri="{FF2B5EF4-FFF2-40B4-BE49-F238E27FC236}">
                <a16:creationId xmlns:a16="http://schemas.microsoft.com/office/drawing/2014/main" id="{584005B5-CBBA-4922-B8F2-AFF28815B2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B5A91BEE-B1B9-495E-ABE4-4E198B23CA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F4B9CF54-D934-4132-85E7-31206E4CCA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29B87-42E4-4F78-9FCA-E7F80B6F4087}" type="datetimeFigureOut">
              <a:rPr lang="uk-UA" smtClean="0"/>
              <a:t>20.02.2026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4248A4C9-5D60-4651-B1FA-CADF90E39F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43ABDBF7-C2B3-48AB-941C-120F1AAF9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C08E4-67DE-4933-B6EA-C5646EF2D6E2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5247476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аголовка 1">
            <a:extLst>
              <a:ext uri="{FF2B5EF4-FFF2-40B4-BE49-F238E27FC236}">
                <a16:creationId xmlns:a16="http://schemas.microsoft.com/office/drawing/2014/main" id="{19D56034-7256-4013-9ACF-9C9424CC08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776A8AD1-1FFD-4064-B21A-FEDADFBE33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8FBF261D-B5EB-4DED-9C3B-5D733BB7F1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129B87-42E4-4F78-9FCA-E7F80B6F4087}" type="datetimeFigureOut">
              <a:rPr lang="uk-UA" smtClean="0"/>
              <a:t>20.02.2026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9C69BB3A-64DE-4A51-816B-4FCD52CA8D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FD7D8A9D-6031-4EEE-B7D3-59AA5F6BE0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4C08E4-67DE-4933-B6EA-C5646EF2D6E2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7578481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uk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D4170DD-A41A-43DA-9294-63F266B9C07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7545"/>
          <a:stretch/>
        </p:blipFill>
        <p:spPr>
          <a:xfrm>
            <a:off x="-401547" y="-4042610"/>
            <a:ext cx="9457314" cy="15369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85704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F095ACAA-E4CB-40D6-9A22-F435F159363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-1" b="50065"/>
          <a:stretch/>
        </p:blipFill>
        <p:spPr>
          <a:xfrm>
            <a:off x="-355078" y="-4018475"/>
            <a:ext cx="13052667" cy="7674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15661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81465549-A67B-4AD6-88AA-897F5E0D4BE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9883"/>
          <a:stretch/>
        </p:blipFill>
        <p:spPr>
          <a:xfrm>
            <a:off x="-355078" y="3656291"/>
            <a:ext cx="13052667" cy="7702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32461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BC2F2B6-397D-4388-A54A-EDB5897D3E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452" y="-3143680"/>
            <a:ext cx="10845724" cy="15369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51625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710320BD-BEBA-42B9-9DE5-081242C279F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0215"/>
          <a:stretch/>
        </p:blipFill>
        <p:spPr>
          <a:xfrm>
            <a:off x="739966" y="-3143680"/>
            <a:ext cx="5399574" cy="15369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49228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DB3C0E7-923B-4D60-A774-83BFCB59BC7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785"/>
          <a:stretch/>
        </p:blipFill>
        <p:spPr>
          <a:xfrm>
            <a:off x="6139540" y="-3143680"/>
            <a:ext cx="5446150" cy="15369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45548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FFF4683-6717-40CD-9FD8-F58AD2D10B4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2293"/>
          <a:stretch/>
        </p:blipFill>
        <p:spPr>
          <a:xfrm>
            <a:off x="-544830" y="-3950874"/>
            <a:ext cx="8973810" cy="15369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46391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CE103F9F-C2E1-41A0-9162-C567AB493CD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51983"/>
          <a:stretch/>
        </p:blipFill>
        <p:spPr>
          <a:xfrm>
            <a:off x="-420767" y="-3938841"/>
            <a:ext cx="13253853" cy="7379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9824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9D8C4D2-8AE6-43C8-9865-EE5F38854BE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8017"/>
          <a:stretch/>
        </p:blipFill>
        <p:spPr>
          <a:xfrm>
            <a:off x="-420766" y="3435874"/>
            <a:ext cx="13253853" cy="7989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09703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30F8096-2FAB-45A7-B323-C3831C2302B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2311" b="33068"/>
          <a:stretch/>
        </p:blipFill>
        <p:spPr>
          <a:xfrm>
            <a:off x="-626095" y="228599"/>
            <a:ext cx="1325385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19846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75F3C96-D284-45BF-9A05-F520E59A398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2311" r="50063" b="33068"/>
          <a:stretch/>
        </p:blipFill>
        <p:spPr>
          <a:xfrm>
            <a:off x="-557893" y="231320"/>
            <a:ext cx="661851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64100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CA83BF9-D7AB-4793-A628-8568A04626B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815" t="22311" b="33068"/>
          <a:stretch/>
        </p:blipFill>
        <p:spPr>
          <a:xfrm>
            <a:off x="6079677" y="228599"/>
            <a:ext cx="665149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11208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0C6DB5A-19C7-4A3C-AABD-C7E331FAAA7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9085"/>
          <a:stretch/>
        </p:blipFill>
        <p:spPr>
          <a:xfrm>
            <a:off x="-752589" y="-3219450"/>
            <a:ext cx="9978233" cy="15369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14765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2BC2F9E3-ABAE-41C4-A792-43969D42EFC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7256" r="50476"/>
          <a:stretch/>
        </p:blipFill>
        <p:spPr>
          <a:xfrm>
            <a:off x="3094267" y="-3219450"/>
            <a:ext cx="3133339" cy="15369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37811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CBC5021-AB39-4247-AA7D-3B78A897EA7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8"/>
          <a:stretch/>
        </p:blipFill>
        <p:spPr>
          <a:xfrm>
            <a:off x="6235773" y="-3219450"/>
            <a:ext cx="7093316" cy="15369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18287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68A855B-CAB7-481F-9DA6-BBEA538CA3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79013" y="-4255674"/>
            <a:ext cx="13284335" cy="15369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23660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19D4B51-057C-4026-AB25-8DBF8CA6599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50000"/>
          <a:stretch/>
        </p:blipFill>
        <p:spPr>
          <a:xfrm>
            <a:off x="-450036" y="-4247084"/>
            <a:ext cx="13284335" cy="7684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75133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3EC5A4A-3035-4E8E-B935-881493C2B91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0000"/>
          <a:stretch/>
        </p:blipFill>
        <p:spPr>
          <a:xfrm>
            <a:off x="-450036" y="3437593"/>
            <a:ext cx="13284335" cy="7684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844416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0</Words>
  <Application>Microsoft Office PowerPoint</Application>
  <PresentationFormat>Широкий екран</PresentationFormat>
  <Paragraphs>0</Paragraphs>
  <Slides>18</Slides>
  <Notes>0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18</vt:i4>
      </vt:variant>
    </vt:vector>
  </HeadingPairs>
  <TitlesOfParts>
    <vt:vector size="22" baseType="lpstr">
      <vt:lpstr>Arial</vt:lpstr>
      <vt:lpstr>Calibri</vt:lpstr>
      <vt:lpstr>Calibri Light</vt:lpstr>
      <vt:lpstr>Тема Office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Презентація PowerPoint</dc:title>
  <dc:creator>Home</dc:creator>
  <cp:lastModifiedBy>Home</cp:lastModifiedBy>
  <cp:revision>1</cp:revision>
  <dcterms:created xsi:type="dcterms:W3CDTF">2026-02-20T10:20:35Z</dcterms:created>
  <dcterms:modified xsi:type="dcterms:W3CDTF">2026-02-20T10:58:45Z</dcterms:modified>
</cp:coreProperties>
</file>