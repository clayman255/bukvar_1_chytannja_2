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8EB49B-1C67-416B-86C4-9AED4A8CB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5C7F794-0BF4-4ACB-820F-6C3C16E39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B569336-959C-47F9-BBC8-74C0D7C3E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7ADD264-D230-4263-8CF2-C88ABEAB3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54A3183-DCE7-456D-9433-0D4FDAA3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85001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3543B-F9E8-4EF8-9CF0-0AC1A4F0B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829E319-A536-4E35-B9C5-491F7F44A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AED4150-0AA3-4C28-9A88-40E3E5F6F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227E3C6-3F5F-419F-B516-921B8138C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BA9D4FF-D982-4EDF-9B3F-AE3596C9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68351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CC35D6-6B5D-4AAE-BFB0-398A89192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87B6167-30A2-490B-9448-FFDF1BA2E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77FC8E6-9B41-4583-BE07-343D60A8D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2D88381-414A-4A0B-BD97-ED9FE2664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5FD4544-D080-4496-8136-EE43E318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40538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E93F1F-8886-4BCC-A883-6496A0138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8BCE254-C080-450C-B62F-FBBED56908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9C81AEB-28D1-4815-AC89-8F3EBC456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B2D7DC9-6EBF-459A-B84B-9B00C61CC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ED59667-CF5F-4171-A4B0-30853C46D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C4FD211-EB55-4A6B-ADCE-89EB9A92F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08600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ABC81-38DC-462C-9420-B57EEACF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77F7E26-2B56-406B-9CD1-BA3C75AF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DBF615C-F43F-4AA1-B8CA-35DE44437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512DB07B-C725-480C-8C11-98AE5EC79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72C807CE-D99F-4BF1-93E6-6E10AB1AE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606A47EB-894D-4B98-B18D-AD3E84656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184237B-2262-4F9A-977A-57710E411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DA73C9B1-7E94-48A3-9FBE-FC905228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849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0337B-C262-48E7-8544-381CC4DF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7EE9676D-9299-46F6-82AA-0B7A248C0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3030BD9E-B4DC-4272-8150-B08320A8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8FD2DDC-4490-4E4C-9DBC-5E0A03FB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0470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3189D7BF-7E14-4562-BC74-E06D06FD4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55A07D43-9A21-473D-80A7-9886E5399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705135D-044C-44FD-8FB2-17D87E1D5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94192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558C92-9DCE-4C1B-BCDC-DC83BFDC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E7CABD2-EE1F-4734-BCDD-74A52AEA9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4AA4A08-E63E-4E5D-877C-0E6074A14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2ED7355-7518-4CE9-9B61-C9134D65F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2DAA29A-8A84-4C50-BFF8-EB903439D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36D56D8-A753-4EF3-AA7C-819C6B962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72981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AF8D38-C948-401F-9AC1-886104F9F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B1971484-44CD-499E-9C49-24E124E2C5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F491E91-A5BD-4510-94EC-BCBA9A853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07C6E08-3EA6-42D6-8DEB-6E2F6E44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F8CE39A-71B6-4B29-96A2-716E6FEB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57C7030-E9FF-46E2-A557-506DCD37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65262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CB69B6-379D-4593-A5A6-8553A9E7D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686504B-979C-42FA-B33E-A53614AEB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7A9947C-8F4B-4F73-AE3F-02AC3863F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626CE39-6C33-47FC-8879-A298DE71A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2367F1E-D24B-4197-AE1B-3782C8BB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8956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5893A12B-42FE-4981-9978-EDC611FAC6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07ED4D89-0CD8-41EA-9C18-3699D3E11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DDD3039-9F02-48D8-99E5-E16FA119E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DA9F-6712-425A-8777-7F12F086A64C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5B7EA8A-818C-44B9-B44E-00A8DCA38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11DAF68-F959-4FBE-AF7C-AD26BE7F2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73181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6E163880-3026-49B0-8F4D-9C58CEA26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2EF1C79-5F4C-4196-A8F5-7EEEDC25E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B82EAD6-357C-459B-9540-C77459F62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DA9F-6712-425A-8777-7F12F086A64C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0A4B4FA-3BBD-4378-BF4F-5F2C6DADA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5DBDEF9-9F24-490C-9CA5-5A8DF6109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EB81-0BB8-4073-A694-1BC8D863411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7107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я 4">
            <a:extLst>
              <a:ext uri="{FF2B5EF4-FFF2-40B4-BE49-F238E27FC236}">
                <a16:creationId xmlns:a16="http://schemas.microsoft.com/office/drawing/2014/main" id="{68458D29-C320-4689-ACB0-A95048DBB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875310"/>
              </p:ext>
            </p:extLst>
          </p:nvPr>
        </p:nvGraphicFramePr>
        <p:xfrm>
          <a:off x="281354" y="478302"/>
          <a:ext cx="11591777" cy="2498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8262">
                  <a:extLst>
                    <a:ext uri="{9D8B030D-6E8A-4147-A177-3AD203B41FA5}">
                      <a16:colId xmlns:a16="http://schemas.microsoft.com/office/drawing/2014/main" val="1922392043"/>
                    </a:ext>
                  </a:extLst>
                </a:gridCol>
                <a:gridCol w="6653515">
                  <a:extLst>
                    <a:ext uri="{9D8B030D-6E8A-4147-A177-3AD203B41FA5}">
                      <a16:colId xmlns:a16="http://schemas.microsoft.com/office/drawing/2014/main" val="510617512"/>
                    </a:ext>
                  </a:extLst>
                </a:gridCol>
              </a:tblGrid>
              <a:tr h="2498246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711767"/>
                  </a:ext>
                </a:extLst>
              </a:tr>
            </a:tbl>
          </a:graphicData>
        </a:graphic>
      </p:graphicFrame>
      <p:sp>
        <p:nvSpPr>
          <p:cNvPr id="7" name="Овал 6">
            <a:extLst>
              <a:ext uri="{FF2B5EF4-FFF2-40B4-BE49-F238E27FC236}">
                <a16:creationId xmlns:a16="http://schemas.microsoft.com/office/drawing/2014/main" id="{8D06A724-FE6A-4423-9593-D4534C7B92ED}"/>
              </a:ext>
            </a:extLst>
          </p:cNvPr>
          <p:cNvSpPr/>
          <p:nvPr/>
        </p:nvSpPr>
        <p:spPr>
          <a:xfrm>
            <a:off x="2814713" y="821666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Дорівнює 7">
            <a:extLst>
              <a:ext uri="{FF2B5EF4-FFF2-40B4-BE49-F238E27FC236}">
                <a16:creationId xmlns:a16="http://schemas.microsoft.com/office/drawing/2014/main" id="{AC25B57C-B4A9-4E7F-A2F0-2A75B2B9F082}"/>
              </a:ext>
            </a:extLst>
          </p:cNvPr>
          <p:cNvSpPr/>
          <p:nvPr/>
        </p:nvSpPr>
        <p:spPr>
          <a:xfrm>
            <a:off x="360978" y="1196511"/>
            <a:ext cx="2041069" cy="1061828"/>
          </a:xfrm>
          <a:prstGeom prst="mathEqual">
            <a:avLst>
              <a:gd name="adj1" fmla="val 23520"/>
              <a:gd name="adj2" fmla="val 273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156A22AD-5052-4964-AB83-DE7A4D281BA5}"/>
              </a:ext>
            </a:extLst>
          </p:cNvPr>
          <p:cNvSpPr/>
          <p:nvPr/>
        </p:nvSpPr>
        <p:spPr>
          <a:xfrm>
            <a:off x="7706140" y="821666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Знак &quot;мінус&quot; 10">
            <a:extLst>
              <a:ext uri="{FF2B5EF4-FFF2-40B4-BE49-F238E27FC236}">
                <a16:creationId xmlns:a16="http://schemas.microsoft.com/office/drawing/2014/main" id="{53D7FDA1-857C-4ABE-ADC0-FB25966628CB}"/>
              </a:ext>
            </a:extLst>
          </p:cNvPr>
          <p:cNvSpPr/>
          <p:nvPr/>
        </p:nvSpPr>
        <p:spPr>
          <a:xfrm>
            <a:off x="5461905" y="1196511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Знак &quot;мінус&quot; 11">
            <a:extLst>
              <a:ext uri="{FF2B5EF4-FFF2-40B4-BE49-F238E27FC236}">
                <a16:creationId xmlns:a16="http://schemas.microsoft.com/office/drawing/2014/main" id="{0237D380-FC8F-43F3-9940-7AEA379AFF63}"/>
              </a:ext>
            </a:extLst>
          </p:cNvPr>
          <p:cNvSpPr/>
          <p:nvPr/>
        </p:nvSpPr>
        <p:spPr>
          <a:xfrm>
            <a:off x="9797875" y="1196511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Знак &quot;мінус&quot; 12">
            <a:extLst>
              <a:ext uri="{FF2B5EF4-FFF2-40B4-BE49-F238E27FC236}">
                <a16:creationId xmlns:a16="http://schemas.microsoft.com/office/drawing/2014/main" id="{40BDF8D3-C384-45C3-96EA-F27A1559FC5B}"/>
              </a:ext>
            </a:extLst>
          </p:cNvPr>
          <p:cNvSpPr/>
          <p:nvPr/>
        </p:nvSpPr>
        <p:spPr>
          <a:xfrm rot="17747679">
            <a:off x="3600528" y="-79382"/>
            <a:ext cx="844291" cy="932654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aphicFrame>
        <p:nvGraphicFramePr>
          <p:cNvPr id="14" name="Таблиця 4">
            <a:extLst>
              <a:ext uri="{FF2B5EF4-FFF2-40B4-BE49-F238E27FC236}">
                <a16:creationId xmlns:a16="http://schemas.microsoft.com/office/drawing/2014/main" id="{E044B79C-3E90-4270-B282-53F5604E5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391669"/>
              </p:ext>
            </p:extLst>
          </p:nvPr>
        </p:nvGraphicFramePr>
        <p:xfrm>
          <a:off x="1448972" y="4217964"/>
          <a:ext cx="9664504" cy="2498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2252">
                  <a:extLst>
                    <a:ext uri="{9D8B030D-6E8A-4147-A177-3AD203B41FA5}">
                      <a16:colId xmlns:a16="http://schemas.microsoft.com/office/drawing/2014/main" val="1922392043"/>
                    </a:ext>
                  </a:extLst>
                </a:gridCol>
                <a:gridCol w="4832252">
                  <a:extLst>
                    <a:ext uri="{9D8B030D-6E8A-4147-A177-3AD203B41FA5}">
                      <a16:colId xmlns:a16="http://schemas.microsoft.com/office/drawing/2014/main" val="510617512"/>
                    </a:ext>
                  </a:extLst>
                </a:gridCol>
              </a:tblGrid>
              <a:tr h="2498246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711767"/>
                  </a:ext>
                </a:extLst>
              </a:tr>
            </a:tbl>
          </a:graphicData>
        </a:graphic>
      </p:graphicFrame>
      <p:sp>
        <p:nvSpPr>
          <p:cNvPr id="15" name="Овал 14">
            <a:extLst>
              <a:ext uri="{FF2B5EF4-FFF2-40B4-BE49-F238E27FC236}">
                <a16:creationId xmlns:a16="http://schemas.microsoft.com/office/drawing/2014/main" id="{316FEA30-D660-41D7-BE3E-7ABC2553D948}"/>
              </a:ext>
            </a:extLst>
          </p:cNvPr>
          <p:cNvSpPr/>
          <p:nvPr/>
        </p:nvSpPr>
        <p:spPr>
          <a:xfrm>
            <a:off x="3982330" y="4561328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Дорівнює 15">
            <a:extLst>
              <a:ext uri="{FF2B5EF4-FFF2-40B4-BE49-F238E27FC236}">
                <a16:creationId xmlns:a16="http://schemas.microsoft.com/office/drawing/2014/main" id="{92D258D9-0846-4818-8C40-669FFA099996}"/>
              </a:ext>
            </a:extLst>
          </p:cNvPr>
          <p:cNvSpPr/>
          <p:nvPr/>
        </p:nvSpPr>
        <p:spPr>
          <a:xfrm>
            <a:off x="6537571" y="4936173"/>
            <a:ext cx="2041069" cy="1061828"/>
          </a:xfrm>
          <a:prstGeom prst="mathEqual">
            <a:avLst>
              <a:gd name="adj1" fmla="val 23520"/>
              <a:gd name="adj2" fmla="val 273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3FD7FF0B-62C2-47A3-9294-9ADEFA72AAE8}"/>
              </a:ext>
            </a:extLst>
          </p:cNvPr>
          <p:cNvSpPr/>
          <p:nvPr/>
        </p:nvSpPr>
        <p:spPr>
          <a:xfrm>
            <a:off x="8873757" y="4561328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Знак &quot;мінус&quot; 17">
            <a:extLst>
              <a:ext uri="{FF2B5EF4-FFF2-40B4-BE49-F238E27FC236}">
                <a16:creationId xmlns:a16="http://schemas.microsoft.com/office/drawing/2014/main" id="{F29C8779-DB0E-4247-8ACD-703E7E5350C2}"/>
              </a:ext>
            </a:extLst>
          </p:cNvPr>
          <p:cNvSpPr/>
          <p:nvPr/>
        </p:nvSpPr>
        <p:spPr>
          <a:xfrm>
            <a:off x="1686972" y="4936173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0" name="Знак &quot;мінус&quot; 19">
            <a:extLst>
              <a:ext uri="{FF2B5EF4-FFF2-40B4-BE49-F238E27FC236}">
                <a16:creationId xmlns:a16="http://schemas.microsoft.com/office/drawing/2014/main" id="{92AFFAE1-DBCF-45D4-93CB-FAABFD007C62}"/>
              </a:ext>
            </a:extLst>
          </p:cNvPr>
          <p:cNvSpPr/>
          <p:nvPr/>
        </p:nvSpPr>
        <p:spPr>
          <a:xfrm rot="17747679">
            <a:off x="4768145" y="3660280"/>
            <a:ext cx="844291" cy="932654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27897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я 4">
            <a:extLst>
              <a:ext uri="{FF2B5EF4-FFF2-40B4-BE49-F238E27FC236}">
                <a16:creationId xmlns:a16="http://schemas.microsoft.com/office/drawing/2014/main" id="{68458D29-C320-4689-ACB0-A95048DBB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265822"/>
              </p:ext>
            </p:extLst>
          </p:nvPr>
        </p:nvGraphicFramePr>
        <p:xfrm>
          <a:off x="1181687" y="478302"/>
          <a:ext cx="9706708" cy="2498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8262">
                  <a:extLst>
                    <a:ext uri="{9D8B030D-6E8A-4147-A177-3AD203B41FA5}">
                      <a16:colId xmlns:a16="http://schemas.microsoft.com/office/drawing/2014/main" val="1922392043"/>
                    </a:ext>
                  </a:extLst>
                </a:gridCol>
                <a:gridCol w="4768446">
                  <a:extLst>
                    <a:ext uri="{9D8B030D-6E8A-4147-A177-3AD203B41FA5}">
                      <a16:colId xmlns:a16="http://schemas.microsoft.com/office/drawing/2014/main" val="510617512"/>
                    </a:ext>
                  </a:extLst>
                </a:gridCol>
              </a:tblGrid>
              <a:tr h="2498246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711767"/>
                  </a:ext>
                </a:extLst>
              </a:tr>
            </a:tbl>
          </a:graphicData>
        </a:graphic>
      </p:graphicFrame>
      <p:sp>
        <p:nvSpPr>
          <p:cNvPr id="7" name="Овал 6">
            <a:extLst>
              <a:ext uri="{FF2B5EF4-FFF2-40B4-BE49-F238E27FC236}">
                <a16:creationId xmlns:a16="http://schemas.microsoft.com/office/drawing/2014/main" id="{8D06A724-FE6A-4423-9593-D4534C7B92ED}"/>
              </a:ext>
            </a:extLst>
          </p:cNvPr>
          <p:cNvSpPr/>
          <p:nvPr/>
        </p:nvSpPr>
        <p:spPr>
          <a:xfrm>
            <a:off x="3715046" y="821666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Дорівнює 7">
            <a:extLst>
              <a:ext uri="{FF2B5EF4-FFF2-40B4-BE49-F238E27FC236}">
                <a16:creationId xmlns:a16="http://schemas.microsoft.com/office/drawing/2014/main" id="{AC25B57C-B4A9-4E7F-A2F0-2A75B2B9F082}"/>
              </a:ext>
            </a:extLst>
          </p:cNvPr>
          <p:cNvSpPr/>
          <p:nvPr/>
        </p:nvSpPr>
        <p:spPr>
          <a:xfrm>
            <a:off x="1261311" y="1196511"/>
            <a:ext cx="2041069" cy="1061828"/>
          </a:xfrm>
          <a:prstGeom prst="mathEqual">
            <a:avLst>
              <a:gd name="adj1" fmla="val 23520"/>
              <a:gd name="adj2" fmla="val 273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156A22AD-5052-4964-AB83-DE7A4D281BA5}"/>
              </a:ext>
            </a:extLst>
          </p:cNvPr>
          <p:cNvSpPr/>
          <p:nvPr/>
        </p:nvSpPr>
        <p:spPr>
          <a:xfrm>
            <a:off x="8606473" y="821666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Знак &quot;мінус&quot; 10">
            <a:extLst>
              <a:ext uri="{FF2B5EF4-FFF2-40B4-BE49-F238E27FC236}">
                <a16:creationId xmlns:a16="http://schemas.microsoft.com/office/drawing/2014/main" id="{53D7FDA1-857C-4ABE-ADC0-FB25966628CB}"/>
              </a:ext>
            </a:extLst>
          </p:cNvPr>
          <p:cNvSpPr/>
          <p:nvPr/>
        </p:nvSpPr>
        <p:spPr>
          <a:xfrm>
            <a:off x="6362238" y="1196511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Знак &quot;мінус&quot; 12">
            <a:extLst>
              <a:ext uri="{FF2B5EF4-FFF2-40B4-BE49-F238E27FC236}">
                <a16:creationId xmlns:a16="http://schemas.microsoft.com/office/drawing/2014/main" id="{40BDF8D3-C384-45C3-96EA-F27A1559FC5B}"/>
              </a:ext>
            </a:extLst>
          </p:cNvPr>
          <p:cNvSpPr/>
          <p:nvPr/>
        </p:nvSpPr>
        <p:spPr>
          <a:xfrm rot="17747679">
            <a:off x="4500861" y="-79382"/>
            <a:ext cx="844291" cy="932654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aphicFrame>
        <p:nvGraphicFramePr>
          <p:cNvPr id="14" name="Таблиця 4">
            <a:extLst>
              <a:ext uri="{FF2B5EF4-FFF2-40B4-BE49-F238E27FC236}">
                <a16:creationId xmlns:a16="http://schemas.microsoft.com/office/drawing/2014/main" id="{E044B79C-3E90-4270-B282-53F5604E5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860676"/>
              </p:ext>
            </p:extLst>
          </p:nvPr>
        </p:nvGraphicFramePr>
        <p:xfrm>
          <a:off x="1322360" y="4217964"/>
          <a:ext cx="9664504" cy="2498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2252">
                  <a:extLst>
                    <a:ext uri="{9D8B030D-6E8A-4147-A177-3AD203B41FA5}">
                      <a16:colId xmlns:a16="http://schemas.microsoft.com/office/drawing/2014/main" val="1922392043"/>
                    </a:ext>
                  </a:extLst>
                </a:gridCol>
                <a:gridCol w="4832252">
                  <a:extLst>
                    <a:ext uri="{9D8B030D-6E8A-4147-A177-3AD203B41FA5}">
                      <a16:colId xmlns:a16="http://schemas.microsoft.com/office/drawing/2014/main" val="510617512"/>
                    </a:ext>
                  </a:extLst>
                </a:gridCol>
              </a:tblGrid>
              <a:tr h="2498246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711767"/>
                  </a:ext>
                </a:extLst>
              </a:tr>
            </a:tbl>
          </a:graphicData>
        </a:graphic>
      </p:graphicFrame>
      <p:sp>
        <p:nvSpPr>
          <p:cNvPr id="15" name="Овал 14">
            <a:extLst>
              <a:ext uri="{FF2B5EF4-FFF2-40B4-BE49-F238E27FC236}">
                <a16:creationId xmlns:a16="http://schemas.microsoft.com/office/drawing/2014/main" id="{316FEA30-D660-41D7-BE3E-7ABC2553D948}"/>
              </a:ext>
            </a:extLst>
          </p:cNvPr>
          <p:cNvSpPr/>
          <p:nvPr/>
        </p:nvSpPr>
        <p:spPr>
          <a:xfrm>
            <a:off x="3855718" y="4561328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Дорівнює 15">
            <a:extLst>
              <a:ext uri="{FF2B5EF4-FFF2-40B4-BE49-F238E27FC236}">
                <a16:creationId xmlns:a16="http://schemas.microsoft.com/office/drawing/2014/main" id="{92D258D9-0846-4818-8C40-669FFA099996}"/>
              </a:ext>
            </a:extLst>
          </p:cNvPr>
          <p:cNvSpPr/>
          <p:nvPr/>
        </p:nvSpPr>
        <p:spPr>
          <a:xfrm>
            <a:off x="6410959" y="4936173"/>
            <a:ext cx="2041069" cy="1061828"/>
          </a:xfrm>
          <a:prstGeom prst="mathEqual">
            <a:avLst>
              <a:gd name="adj1" fmla="val 23520"/>
              <a:gd name="adj2" fmla="val 273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3FD7FF0B-62C2-47A3-9294-9ADEFA72AAE8}"/>
              </a:ext>
            </a:extLst>
          </p:cNvPr>
          <p:cNvSpPr/>
          <p:nvPr/>
        </p:nvSpPr>
        <p:spPr>
          <a:xfrm>
            <a:off x="8747145" y="4561328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0" name="Знак &quot;мінус&quot; 19">
            <a:extLst>
              <a:ext uri="{FF2B5EF4-FFF2-40B4-BE49-F238E27FC236}">
                <a16:creationId xmlns:a16="http://schemas.microsoft.com/office/drawing/2014/main" id="{92AFFAE1-DBCF-45D4-93CB-FAABFD007C62}"/>
              </a:ext>
            </a:extLst>
          </p:cNvPr>
          <p:cNvSpPr/>
          <p:nvPr/>
        </p:nvSpPr>
        <p:spPr>
          <a:xfrm rot="17747679">
            <a:off x="4641533" y="3660280"/>
            <a:ext cx="844291" cy="932654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9" name="Дорівнює 18">
            <a:extLst>
              <a:ext uri="{FF2B5EF4-FFF2-40B4-BE49-F238E27FC236}">
                <a16:creationId xmlns:a16="http://schemas.microsoft.com/office/drawing/2014/main" id="{ED0FF6B1-F498-4AE6-BE39-8947D61D6758}"/>
              </a:ext>
            </a:extLst>
          </p:cNvPr>
          <p:cNvSpPr/>
          <p:nvPr/>
        </p:nvSpPr>
        <p:spPr>
          <a:xfrm>
            <a:off x="1568505" y="4936173"/>
            <a:ext cx="2041069" cy="1061828"/>
          </a:xfrm>
          <a:prstGeom prst="mathEqual">
            <a:avLst>
              <a:gd name="adj1" fmla="val 23520"/>
              <a:gd name="adj2" fmla="val 273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335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я 4">
            <a:extLst>
              <a:ext uri="{FF2B5EF4-FFF2-40B4-BE49-F238E27FC236}">
                <a16:creationId xmlns:a16="http://schemas.microsoft.com/office/drawing/2014/main" id="{68458D29-C320-4689-ACB0-A95048DBB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595685"/>
              </p:ext>
            </p:extLst>
          </p:nvPr>
        </p:nvGraphicFramePr>
        <p:xfrm>
          <a:off x="1294227" y="4206240"/>
          <a:ext cx="9706708" cy="2498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8262">
                  <a:extLst>
                    <a:ext uri="{9D8B030D-6E8A-4147-A177-3AD203B41FA5}">
                      <a16:colId xmlns:a16="http://schemas.microsoft.com/office/drawing/2014/main" val="1922392043"/>
                    </a:ext>
                  </a:extLst>
                </a:gridCol>
                <a:gridCol w="4768446">
                  <a:extLst>
                    <a:ext uri="{9D8B030D-6E8A-4147-A177-3AD203B41FA5}">
                      <a16:colId xmlns:a16="http://schemas.microsoft.com/office/drawing/2014/main" val="510617512"/>
                    </a:ext>
                  </a:extLst>
                </a:gridCol>
              </a:tblGrid>
              <a:tr h="2498246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711767"/>
                  </a:ext>
                </a:extLst>
              </a:tr>
            </a:tbl>
          </a:graphicData>
        </a:graphic>
      </p:graphicFrame>
      <p:sp>
        <p:nvSpPr>
          <p:cNvPr id="7" name="Овал 6">
            <a:extLst>
              <a:ext uri="{FF2B5EF4-FFF2-40B4-BE49-F238E27FC236}">
                <a16:creationId xmlns:a16="http://schemas.microsoft.com/office/drawing/2014/main" id="{8D06A724-FE6A-4423-9593-D4534C7B92ED}"/>
              </a:ext>
            </a:extLst>
          </p:cNvPr>
          <p:cNvSpPr/>
          <p:nvPr/>
        </p:nvSpPr>
        <p:spPr>
          <a:xfrm>
            <a:off x="3827586" y="4549604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Дорівнює 7">
            <a:extLst>
              <a:ext uri="{FF2B5EF4-FFF2-40B4-BE49-F238E27FC236}">
                <a16:creationId xmlns:a16="http://schemas.microsoft.com/office/drawing/2014/main" id="{AC25B57C-B4A9-4E7F-A2F0-2A75B2B9F082}"/>
              </a:ext>
            </a:extLst>
          </p:cNvPr>
          <p:cNvSpPr/>
          <p:nvPr/>
        </p:nvSpPr>
        <p:spPr>
          <a:xfrm>
            <a:off x="6552898" y="4924449"/>
            <a:ext cx="2041069" cy="1061828"/>
          </a:xfrm>
          <a:prstGeom prst="mathEqual">
            <a:avLst>
              <a:gd name="adj1" fmla="val 23520"/>
              <a:gd name="adj2" fmla="val 273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156A22AD-5052-4964-AB83-DE7A4D281BA5}"/>
              </a:ext>
            </a:extLst>
          </p:cNvPr>
          <p:cNvSpPr/>
          <p:nvPr/>
        </p:nvSpPr>
        <p:spPr>
          <a:xfrm>
            <a:off x="8719013" y="4549604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Знак &quot;мінус&quot; 10">
            <a:extLst>
              <a:ext uri="{FF2B5EF4-FFF2-40B4-BE49-F238E27FC236}">
                <a16:creationId xmlns:a16="http://schemas.microsoft.com/office/drawing/2014/main" id="{53D7FDA1-857C-4ABE-ADC0-FB25966628CB}"/>
              </a:ext>
            </a:extLst>
          </p:cNvPr>
          <p:cNvSpPr/>
          <p:nvPr/>
        </p:nvSpPr>
        <p:spPr>
          <a:xfrm>
            <a:off x="1558070" y="4915334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Знак &quot;мінус&quot; 12">
            <a:extLst>
              <a:ext uri="{FF2B5EF4-FFF2-40B4-BE49-F238E27FC236}">
                <a16:creationId xmlns:a16="http://schemas.microsoft.com/office/drawing/2014/main" id="{40BDF8D3-C384-45C3-96EA-F27A1559FC5B}"/>
              </a:ext>
            </a:extLst>
          </p:cNvPr>
          <p:cNvSpPr/>
          <p:nvPr/>
        </p:nvSpPr>
        <p:spPr>
          <a:xfrm rot="17747679">
            <a:off x="4613401" y="3648556"/>
            <a:ext cx="844291" cy="932654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aphicFrame>
        <p:nvGraphicFramePr>
          <p:cNvPr id="18" name="Таблиця 4">
            <a:extLst>
              <a:ext uri="{FF2B5EF4-FFF2-40B4-BE49-F238E27FC236}">
                <a16:creationId xmlns:a16="http://schemas.microsoft.com/office/drawing/2014/main" id="{DA809DF9-FCB1-4A58-AAAB-17DDE3FB3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619836"/>
              </p:ext>
            </p:extLst>
          </p:nvPr>
        </p:nvGraphicFramePr>
        <p:xfrm>
          <a:off x="281354" y="478302"/>
          <a:ext cx="11591777" cy="2498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8262">
                  <a:extLst>
                    <a:ext uri="{9D8B030D-6E8A-4147-A177-3AD203B41FA5}">
                      <a16:colId xmlns:a16="http://schemas.microsoft.com/office/drawing/2014/main" val="1922392043"/>
                    </a:ext>
                  </a:extLst>
                </a:gridCol>
                <a:gridCol w="6653515">
                  <a:extLst>
                    <a:ext uri="{9D8B030D-6E8A-4147-A177-3AD203B41FA5}">
                      <a16:colId xmlns:a16="http://schemas.microsoft.com/office/drawing/2014/main" val="510617512"/>
                    </a:ext>
                  </a:extLst>
                </a:gridCol>
              </a:tblGrid>
              <a:tr h="2498246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711767"/>
                  </a:ext>
                </a:extLst>
              </a:tr>
            </a:tbl>
          </a:graphicData>
        </a:graphic>
      </p:graphicFrame>
      <p:sp>
        <p:nvSpPr>
          <p:cNvPr id="21" name="Овал 20">
            <a:extLst>
              <a:ext uri="{FF2B5EF4-FFF2-40B4-BE49-F238E27FC236}">
                <a16:creationId xmlns:a16="http://schemas.microsoft.com/office/drawing/2014/main" id="{3587C3AF-257A-4996-A368-88F7299EC678}"/>
              </a:ext>
            </a:extLst>
          </p:cNvPr>
          <p:cNvSpPr/>
          <p:nvPr/>
        </p:nvSpPr>
        <p:spPr>
          <a:xfrm>
            <a:off x="2814713" y="821666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2" name="Дорівнює 21">
            <a:extLst>
              <a:ext uri="{FF2B5EF4-FFF2-40B4-BE49-F238E27FC236}">
                <a16:creationId xmlns:a16="http://schemas.microsoft.com/office/drawing/2014/main" id="{F0DB7196-972E-4AF8-B162-E48B986A0EC0}"/>
              </a:ext>
            </a:extLst>
          </p:cNvPr>
          <p:cNvSpPr/>
          <p:nvPr/>
        </p:nvSpPr>
        <p:spPr>
          <a:xfrm>
            <a:off x="360978" y="1196511"/>
            <a:ext cx="2041069" cy="1061828"/>
          </a:xfrm>
          <a:prstGeom prst="mathEqual">
            <a:avLst>
              <a:gd name="adj1" fmla="val 23520"/>
              <a:gd name="adj2" fmla="val 273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3048629E-AE94-41BC-8A06-5384CCCADF44}"/>
              </a:ext>
            </a:extLst>
          </p:cNvPr>
          <p:cNvSpPr/>
          <p:nvPr/>
        </p:nvSpPr>
        <p:spPr>
          <a:xfrm>
            <a:off x="7706140" y="821666"/>
            <a:ext cx="1811518" cy="181151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4" name="Знак &quot;мінус&quot; 23">
            <a:extLst>
              <a:ext uri="{FF2B5EF4-FFF2-40B4-BE49-F238E27FC236}">
                <a16:creationId xmlns:a16="http://schemas.microsoft.com/office/drawing/2014/main" id="{C1D5348C-B6E1-4F65-A55A-61E27C419F60}"/>
              </a:ext>
            </a:extLst>
          </p:cNvPr>
          <p:cNvSpPr/>
          <p:nvPr/>
        </p:nvSpPr>
        <p:spPr>
          <a:xfrm>
            <a:off x="5461905" y="1196511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5" name="Знак &quot;мінус&quot; 24">
            <a:extLst>
              <a:ext uri="{FF2B5EF4-FFF2-40B4-BE49-F238E27FC236}">
                <a16:creationId xmlns:a16="http://schemas.microsoft.com/office/drawing/2014/main" id="{8E4DBEA1-D90A-48A4-88DC-86A3358954ED}"/>
              </a:ext>
            </a:extLst>
          </p:cNvPr>
          <p:cNvSpPr/>
          <p:nvPr/>
        </p:nvSpPr>
        <p:spPr>
          <a:xfrm>
            <a:off x="9797875" y="1196511"/>
            <a:ext cx="2005674" cy="1061828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6" name="Знак &quot;мінус&quot; 25">
            <a:extLst>
              <a:ext uri="{FF2B5EF4-FFF2-40B4-BE49-F238E27FC236}">
                <a16:creationId xmlns:a16="http://schemas.microsoft.com/office/drawing/2014/main" id="{DA75CEDA-0802-468B-9001-CE39411D6A06}"/>
              </a:ext>
            </a:extLst>
          </p:cNvPr>
          <p:cNvSpPr/>
          <p:nvPr/>
        </p:nvSpPr>
        <p:spPr>
          <a:xfrm rot="17747679">
            <a:off x="8491955" y="-66960"/>
            <a:ext cx="844291" cy="932654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446286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Широкий екран</PresentationFormat>
  <Paragraphs>0</Paragraphs>
  <Slides>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Home</dc:creator>
  <cp:lastModifiedBy>Home</cp:lastModifiedBy>
  <cp:revision>2</cp:revision>
  <dcterms:created xsi:type="dcterms:W3CDTF">2026-01-23T22:16:41Z</dcterms:created>
  <dcterms:modified xsi:type="dcterms:W3CDTF">2026-01-23T22:31:41Z</dcterms:modified>
</cp:coreProperties>
</file>